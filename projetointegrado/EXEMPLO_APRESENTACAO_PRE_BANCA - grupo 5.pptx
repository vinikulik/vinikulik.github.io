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3" r:id="rId3"/>
    <p:sldId id="282" r:id="rId4"/>
    <p:sldId id="283" r:id="rId5"/>
    <p:sldId id="284" r:id="rId6"/>
    <p:sldId id="285" r:id="rId7"/>
    <p:sldId id="286" r:id="rId8"/>
    <p:sldId id="287" r:id="rId9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4A5FC-024E-4502-83DB-CF57D11B8C2F}" type="datetimeFigureOut">
              <a:rPr lang="pt-BR" smtClean="0"/>
              <a:t>07/05/2019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7E955-0B0D-4D03-A4C7-B7837CECCC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43427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EFC93-B33D-4558-8B67-AA93CD171681}" type="datetimeFigureOut">
              <a:rPr lang="pt-BR" smtClean="0"/>
              <a:t>07/05/2019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65774-2888-47EF-8747-CACE3A45F6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23123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6165-6F36-4E42-B6ED-4DDA0B412CE2}" type="datetime1">
              <a:rPr lang="pt-BR" smtClean="0"/>
              <a:t>07/05/2019</a:t>
            </a:fld>
            <a:endParaRPr lang="pt-BR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dirty="0"/>
              <a:t>Clique para editar o título mestre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187-F5D0-440F-99CE-C0C71D6BAAE3}" type="datetime1">
              <a:rPr lang="pt-BR" smtClean="0"/>
              <a:t>07/05/2019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81D7-4D56-4C6A-A848-040E2CA299C4}" type="datetime1">
              <a:rPr lang="pt-BR" smtClean="0"/>
              <a:t>07/05/2019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EDF0-AD33-4754-A824-0B6E238033E5}" type="datetime1">
              <a:rPr lang="pt-BR" smtClean="0"/>
              <a:t>07/05/2019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4C0B-07CF-4D8C-9E11-712B2D596481}" type="datetime1">
              <a:rPr lang="pt-BR" smtClean="0"/>
              <a:t>07/05/2019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C00A-7D65-4102-BF10-24C69E58DC88}" type="datetime1">
              <a:rPr lang="pt-BR" smtClean="0"/>
              <a:t>07/05/2019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7202-B89E-471A-8D84-D8DC259C5D99}" type="datetime1">
              <a:rPr lang="pt-BR" smtClean="0"/>
              <a:t>07/05/2019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8B-288E-43E4-A05F-67792A8208A1}" type="datetime1">
              <a:rPr lang="pt-BR" smtClean="0"/>
              <a:t>07/05/2019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A99DB-9E81-43F8-9D1D-E890DCBF1E59}" type="datetime1">
              <a:rPr lang="pt-BR" smtClean="0"/>
              <a:t>07/05/2019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680D-2A31-495E-8730-D7CC4057CA58}" type="datetime1">
              <a:rPr lang="pt-BR" smtClean="0"/>
              <a:t>07/05/2019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F409-45C0-426C-ADE8-4372E9F00D38}" type="datetime1">
              <a:rPr lang="pt-BR" smtClean="0"/>
              <a:t>07/05/2019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56CB396-3D56-4FB7-8B86-5A5BC5A0B1D4}" type="datetime1">
              <a:rPr lang="pt-BR" smtClean="0"/>
              <a:t>07/05/2019</a:t>
            </a:fld>
            <a:endParaRPr lang="pt-B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771155E-37D8-4BB3-BEE3-A7052DD7B3C1}" type="slidenum">
              <a:rPr lang="pt-BR" smtClean="0"/>
              <a:t>‹nº›</a:t>
            </a:fld>
            <a:endParaRPr lang="pt-BR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dirty="0"/>
              <a:t>Projeto Interdisciplinar</a:t>
            </a:r>
          </a:p>
        </p:txBody>
      </p:sp>
      <p:sp>
        <p:nvSpPr>
          <p:cNvPr id="4" name="Retângulo 3"/>
          <p:cNvSpPr/>
          <p:nvPr/>
        </p:nvSpPr>
        <p:spPr>
          <a:xfrm>
            <a:off x="533400" y="3567413"/>
            <a:ext cx="818813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Ariane Teixeira dos Santos</a:t>
            </a:r>
          </a:p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Gabriel Rodrigues</a:t>
            </a:r>
          </a:p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Karoline Paula da Silva</a:t>
            </a:r>
          </a:p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Matheus </a:t>
            </a: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Aono</a:t>
            </a:r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de Oliveira</a:t>
            </a:r>
          </a:p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Matheus Dias</a:t>
            </a:r>
          </a:p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Paloma Cristina da Cruz </a:t>
            </a: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Bortorto</a:t>
            </a:r>
            <a:endParaRPr lang="pt-B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Vinicius Kulik </a:t>
            </a: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Gavioli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941282"/>
            <a:ext cx="3678802" cy="1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3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67544" y="908720"/>
            <a:ext cx="8435280" cy="8501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Escopo do Projeto</a:t>
            </a:r>
            <a:br>
              <a:rPr lang="pt-BR" dirty="0"/>
            </a:br>
            <a:endParaRPr lang="pt-BR" sz="3300" dirty="0"/>
          </a:p>
        </p:txBody>
      </p:sp>
      <p:sp>
        <p:nvSpPr>
          <p:cNvPr id="28" name="Espaço Reservado para Conteúdo 4"/>
          <p:cNvSpPr>
            <a:spLocks noGrp="1"/>
          </p:cNvSpPr>
          <p:nvPr>
            <p:ph idx="1"/>
          </p:nvPr>
        </p:nvSpPr>
        <p:spPr>
          <a:xfrm>
            <a:off x="445841" y="1484784"/>
            <a:ext cx="8229600" cy="43891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Descrever o tema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Apresentar as funcionalidades -  Diagrama de caso de uso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60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67544" y="908720"/>
            <a:ext cx="8435280" cy="8501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Escopo do Projeto</a:t>
            </a:r>
            <a:br>
              <a:rPr lang="pt-BR" dirty="0"/>
            </a:br>
            <a:endParaRPr lang="pt-BR" sz="3300" dirty="0"/>
          </a:p>
        </p:txBody>
      </p:sp>
      <p:sp>
        <p:nvSpPr>
          <p:cNvPr id="28" name="Espaço Reservado para Conteúdo 4"/>
          <p:cNvSpPr>
            <a:spLocks noGrp="1"/>
          </p:cNvSpPr>
          <p:nvPr>
            <p:ph idx="1"/>
          </p:nvPr>
        </p:nvSpPr>
        <p:spPr>
          <a:xfrm>
            <a:off x="445841" y="1484784"/>
            <a:ext cx="8229600" cy="43891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Apresentar as regras de negócio (Projeto X ONG , outras regras de negócio d projeto)</a:t>
            </a:r>
          </a:p>
          <a:p>
            <a:pPr marL="0" indent="0"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None/>
              <a:defRPr/>
            </a:pP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035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67544" y="908720"/>
            <a:ext cx="8435280" cy="8501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Diagrama de Classes</a:t>
            </a:r>
            <a:br>
              <a:rPr lang="pt-BR" dirty="0"/>
            </a:br>
            <a:endParaRPr lang="pt-BR" sz="3300" dirty="0"/>
          </a:p>
        </p:txBody>
      </p:sp>
      <p:sp>
        <p:nvSpPr>
          <p:cNvPr id="28" name="Espaço Reservado para Conteúdo 4"/>
          <p:cNvSpPr>
            <a:spLocks noGrp="1"/>
          </p:cNvSpPr>
          <p:nvPr>
            <p:ph idx="1"/>
          </p:nvPr>
        </p:nvSpPr>
        <p:spPr>
          <a:xfrm>
            <a:off x="445841" y="1484784"/>
            <a:ext cx="8229600" cy="43891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Apresentar diagrama de classes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151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67544" y="908720"/>
            <a:ext cx="8435280" cy="8501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Solução Técnica</a:t>
            </a:r>
            <a:br>
              <a:rPr lang="pt-BR" dirty="0"/>
            </a:br>
            <a:endParaRPr lang="pt-BR" sz="3300" dirty="0"/>
          </a:p>
        </p:txBody>
      </p:sp>
      <p:sp>
        <p:nvSpPr>
          <p:cNvPr id="28" name="Espaço Reservado para Conteúdo 4"/>
          <p:cNvSpPr>
            <a:spLocks noGrp="1"/>
          </p:cNvSpPr>
          <p:nvPr>
            <p:ph idx="1"/>
          </p:nvPr>
        </p:nvSpPr>
        <p:spPr>
          <a:xfrm>
            <a:off x="445841" y="1484784"/>
            <a:ext cx="8229600" cy="43891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Apresentar a arquitetura utilizada (tecnologia, padrões de projeto,...)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Apresentar as principais realizações de casos de uso.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738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67544" y="908720"/>
            <a:ext cx="8435280" cy="850106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Implementação e Testes</a:t>
            </a:r>
            <a:endParaRPr lang="pt-BR" sz="3300" dirty="0"/>
          </a:p>
        </p:txBody>
      </p:sp>
      <p:sp>
        <p:nvSpPr>
          <p:cNvPr id="28" name="Espaço Reservado para Conteúdo 4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3891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Explicar dinâmica de implementação (ordem em que os casos de uso foram implementados, relação dos modelos e das implementações).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Como foram realizados os testes.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370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67544" y="3501008"/>
            <a:ext cx="8435280" cy="8501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Apresentação do software </a:t>
            </a:r>
            <a:br>
              <a:rPr lang="pt-BR" b="1" dirty="0"/>
            </a:br>
            <a:br>
              <a:rPr lang="pt-BR" b="1" dirty="0"/>
            </a:br>
            <a:r>
              <a:rPr lang="pt-BR" b="1" dirty="0"/>
              <a:t>Execução</a:t>
            </a:r>
            <a:endParaRPr lang="pt-BR" sz="3300" dirty="0"/>
          </a:p>
        </p:txBody>
      </p:sp>
    </p:spTree>
    <p:extLst>
      <p:ext uri="{BB962C8B-B14F-4D97-AF65-F5344CB8AC3E}">
        <p14:creationId xmlns:p14="http://schemas.microsoft.com/office/powerpoint/2010/main" val="1194099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67544" y="908720"/>
            <a:ext cx="8435280" cy="850106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Conclusão</a:t>
            </a:r>
            <a:endParaRPr lang="pt-BR" sz="3300" dirty="0"/>
          </a:p>
        </p:txBody>
      </p:sp>
      <p:sp>
        <p:nvSpPr>
          <p:cNvPr id="28" name="Espaço Reservado para Conteúdo 4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3891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Objetivo do projeto foi cumprido?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Como foi a experiência do projeto? 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r>
              <a:rPr lang="pt-BR" sz="1700" i="1" dirty="0">
                <a:latin typeface="Arial" panose="020B0604020202020204" pitchFamily="34" charset="0"/>
                <a:cs typeface="Arial" panose="020B0604020202020204" pitchFamily="34" charset="0"/>
              </a:rPr>
              <a:t>Conhecimento adquiridos...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Clr>
                <a:schemeClr val="accent3">
                  <a:lumMod val="75000"/>
                </a:schemeClr>
              </a:buClr>
              <a:buSzPct val="120000"/>
              <a:buFont typeface="Wingdings" panose="05000000000000000000" pitchFamily="2" charset="2"/>
              <a:buChar char="ü"/>
              <a:defRPr/>
            </a:pP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4486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</TotalTime>
  <Words>141</Words>
  <Application>Microsoft Office PowerPoint</Application>
  <PresentationFormat>Apresentação na tela (4:3)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Constantia</vt:lpstr>
      <vt:lpstr>Wingdings</vt:lpstr>
      <vt:lpstr>Wingdings 2</vt:lpstr>
      <vt:lpstr>Fluxo</vt:lpstr>
      <vt:lpstr>Projeto Interdisciplinar</vt:lpstr>
      <vt:lpstr>Escopo do Projeto </vt:lpstr>
      <vt:lpstr>Escopo do Projeto </vt:lpstr>
      <vt:lpstr>Diagrama de Classes </vt:lpstr>
      <vt:lpstr>Solução Técnica </vt:lpstr>
      <vt:lpstr>Implementação e Testes</vt:lpstr>
      <vt:lpstr>Apresentação do software   Execução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CQ – XV Curso de Qualidade</dc:title>
  <dc:creator>Ana Paula</dc:creator>
  <cp:lastModifiedBy>Vinicius Kulik</cp:lastModifiedBy>
  <cp:revision>74</cp:revision>
  <cp:lastPrinted>2014-07-25T04:38:16Z</cp:lastPrinted>
  <dcterms:created xsi:type="dcterms:W3CDTF">2014-07-08T12:35:16Z</dcterms:created>
  <dcterms:modified xsi:type="dcterms:W3CDTF">2019-05-08T00:46:36Z</dcterms:modified>
</cp:coreProperties>
</file>